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45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812F0D-2CA4-41D5-844E-824F341397CE}" type="datetimeFigureOut">
              <a:rPr lang="en-MY" smtClean="0"/>
              <a:t>17/4/2026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06F344-977B-46B3-8617-47F1F6451F11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627224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6F344-977B-46B3-8617-47F1F6451F11}" type="slidenum">
              <a:rPr lang="en-MY" smtClean="0"/>
              <a:t>5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3440830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7EDF7-433B-D261-63C3-1CD936D61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D1C3DE-A8DF-DC1A-481E-CD0AFD8C46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6D2EC0-4840-F58A-5ABD-549AE5E6F1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F40640-B5E9-2499-97C9-92C2B0650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6F344-977B-46B3-8617-47F1F6451F11}" type="slidenum">
              <a:rPr lang="en-MY" smtClean="0"/>
              <a:t>6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0600202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56065-1AA5-C192-EA1F-28BF149DBD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C702E2-2410-0829-A467-7C50C83968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BFEAF2-7819-9D13-9555-0E7826C97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672D7-078B-4845-88D4-29B6CB2B118A}" type="datetimeFigureOut">
              <a:rPr lang="en-MY" smtClean="0"/>
              <a:t>17/4/2026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11935-B299-824D-26F8-5988D7D9E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70AD2A-D69F-0F23-D7BF-216262B2F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31110-0202-4A61-8F83-1D054993F29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840044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4BF7D-9484-A6A1-4220-34FA3C7A1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04C01F-B229-17B1-071B-A3C643A353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95B2B2-9EF3-8588-84AA-7B6F6EEB1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672D7-078B-4845-88D4-29B6CB2B118A}" type="datetimeFigureOut">
              <a:rPr lang="en-MY" smtClean="0"/>
              <a:t>17/4/2026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CDB86-676F-A17B-99CA-0D354D25B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B339DF-546D-DB60-7596-92B511A7F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31110-0202-4A61-8F83-1D054993F29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8566337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622FF-9D91-EF3A-7DE0-7A5517DD0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9828DE-7036-D1B4-7E9F-EE9C77F5A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A1F15F-5216-F2F3-7B9C-86C9DDF92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672D7-078B-4845-88D4-29B6CB2B118A}" type="datetimeFigureOut">
              <a:rPr lang="en-MY" smtClean="0"/>
              <a:t>17/4/2026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F658D5-3B7A-339E-6CB3-AD8F8FB05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7356DA-73DD-C2AB-796E-995890B5A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31110-0202-4A61-8F83-1D054993F29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15238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D04DF-D581-36A6-2907-CC59BC0C6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D0FFE-79A4-0CFB-B024-DE526AC6FE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ED995B-417B-7B22-73D5-DF6DB5653F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7EAE97-1D81-381F-4EB8-77188A678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672D7-078B-4845-88D4-29B6CB2B118A}" type="datetimeFigureOut">
              <a:rPr lang="en-MY" smtClean="0"/>
              <a:t>17/4/2026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49AE17-D867-55B4-15A7-0BFDAFA61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063F07-64CC-4C96-3173-AF40D0695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31110-0202-4A61-8F83-1D054993F29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649422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383BF-6090-9A22-FC76-F5F060353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07CFD5-4331-38C9-A9DB-93EC0B9768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9113DD-B3A1-5238-7E21-95BF6C8070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4E3B8B-4AB3-94FA-E0BA-FB54A89A4B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9D78A6-0926-803C-D039-EF5B525525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CE209B-6569-7489-E30C-FB8710C37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672D7-078B-4845-88D4-29B6CB2B118A}" type="datetimeFigureOut">
              <a:rPr lang="en-MY" smtClean="0"/>
              <a:t>17/4/2026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C6D98B-9A63-B5CF-EBFE-518559343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8915E2-FC23-1804-B7D5-C65590DCD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31110-0202-4A61-8F83-1D054993F29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236399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A7628-694F-4BFC-DE89-5984AFA4A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805BE2-A95E-4A59-1A61-27DE36009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672D7-078B-4845-88D4-29B6CB2B118A}" type="datetimeFigureOut">
              <a:rPr lang="en-MY" smtClean="0"/>
              <a:t>17/4/2026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908F47-C95D-97F5-0527-299965A27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E365FD-57A1-EC51-7758-5CD1632BB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31110-0202-4A61-8F83-1D054993F29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951898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94D913-90F2-804A-2D71-8F8AE9D5E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672D7-078B-4845-88D4-29B6CB2B118A}" type="datetimeFigureOut">
              <a:rPr lang="en-MY" smtClean="0"/>
              <a:t>17/4/2026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84349E-8120-6F01-9FED-2FBBAF68B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4D65A8-1A13-68A4-50F1-25600AABC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31110-0202-4A61-8F83-1D054993F29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689256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7B719-45EC-755B-413D-3A20B7E24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789487-B006-AB2E-9019-D3F010069A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BEBBF4-38D6-C1E0-9BF0-9A261FA5A6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FF2E74-DF9D-961D-94CE-CCE104786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672D7-078B-4845-88D4-29B6CB2B118A}" type="datetimeFigureOut">
              <a:rPr lang="en-MY" smtClean="0"/>
              <a:t>17/4/2026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D48538-8CFF-659F-EB05-75A9B0B10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782114-0DA8-79BC-42D7-66B139A41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31110-0202-4A61-8F83-1D054993F29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621311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82E39-DBDB-125E-69FE-A39C9A5A1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90B66C-7BA9-0041-2F70-CAFD3A0B5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1E0762-C6F0-BFD8-2AD9-E98AF62F7B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6228D7-71F2-2F71-BAB5-63CB0217D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672D7-078B-4845-88D4-29B6CB2B118A}" type="datetimeFigureOut">
              <a:rPr lang="en-MY" smtClean="0"/>
              <a:t>17/4/2026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4ABF3F-BE42-B021-7DAE-679BB55AF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64B1D3-8FA1-03E4-8A4D-972A2E595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31110-0202-4A61-8F83-1D054993F29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59218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793E5-5635-9541-EA92-AAC44BB19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95DC9B-5C43-3781-9BFC-86F3C4563E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916812-793E-789F-58CC-7C8764F90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672D7-078B-4845-88D4-29B6CB2B118A}" type="datetimeFigureOut">
              <a:rPr lang="en-MY" smtClean="0"/>
              <a:t>17/4/2026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EEBCE8-890B-42DD-03E9-0C43798DD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EFD252-B609-318B-7B5D-93B9B1A0D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31110-0202-4A61-8F83-1D054993F29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781967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64AEFD-FC9C-97F1-ACDA-0E82BA691A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4B858B-7B70-A9C6-3327-9AE942B682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1FF4FF-9B76-0876-7D2A-12D907979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672D7-078B-4845-88D4-29B6CB2B118A}" type="datetimeFigureOut">
              <a:rPr lang="en-MY" smtClean="0"/>
              <a:t>17/4/2026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B7504-A592-A002-8011-FC7C3AA76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D60A8F-1102-E6F6-8990-4ECDBC642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31110-0202-4A61-8F83-1D054993F29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60017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5F5E3D-1F86-B5C5-C87B-3D47FDA6C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98127-9B89-7EA9-C00D-A968379C0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5E093A-A32F-78F2-1ACA-9BC64DCBFF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E672D7-078B-4845-88D4-29B6CB2B118A}" type="datetimeFigureOut">
              <a:rPr lang="en-MY" smtClean="0"/>
              <a:t>17/4/2026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20EA6D-9D64-A222-BCC5-FCE2FA9BA1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3AF84A-399A-BCBC-08E0-C50C56C7F6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431110-0202-4A61-8F83-1D054993F29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810309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C70BC-B1C4-709D-0B2B-5A995CF940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MY" dirty="0"/>
              <a:t>Introduction to OOP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A375CD-6AA5-F0F4-7964-2F94F5411E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143964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54EC9-BD98-1F10-F5DC-278CD9411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Introduction to 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D188D-8E99-E849-C584-67F4E9827E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dirty="0"/>
              <a:t>It is</a:t>
            </a:r>
            <a:r>
              <a:rPr lang="en-US" dirty="0"/>
              <a:t> a programming paradigm that organizes software design around </a:t>
            </a:r>
            <a:r>
              <a:rPr lang="en-US" b="1" dirty="0"/>
              <a:t>objects</a:t>
            </a:r>
            <a:r>
              <a:rPr lang="en-US" dirty="0"/>
              <a:t> rather than functions or logic.</a:t>
            </a:r>
          </a:p>
          <a:p>
            <a:r>
              <a:rPr lang="en-US" dirty="0"/>
              <a:t>Procedural programming is about writing procedures or methods that perform operations on the data, while object-oriented programming is about creating objects that contain both data and methods.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430906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AE5CA-B600-87CE-FF7B-AB3AA80DA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Why OOP?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A5408-7FC1-A8B1-B888-177DEB3D79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OOP is faster and easier to execute</a:t>
            </a:r>
          </a:p>
          <a:p>
            <a:r>
              <a:rPr lang="en-US" dirty="0"/>
              <a:t>OOP provides a clear structure for the programs</a:t>
            </a:r>
          </a:p>
          <a:p>
            <a:r>
              <a:rPr lang="en-US" dirty="0"/>
              <a:t>OOP helps to keep the Java code DRY "Don't Repeat Yourself", and makes the code easier to maintain, modify and debug</a:t>
            </a:r>
          </a:p>
          <a:p>
            <a:r>
              <a:rPr lang="en-US" dirty="0"/>
              <a:t>OOP makes it possible to create full reusable applications with less code and shorter development time</a:t>
            </a:r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4004071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46B92-0F20-2942-D6DA-A80D2E185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Classes and Objects?</a:t>
            </a:r>
            <a:endParaRPr lang="en-MY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B39F273-582A-884B-AE81-A47CA1A356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51065543"/>
              </p:ext>
            </p:extLst>
          </p:nvPr>
        </p:nvGraphicFramePr>
        <p:xfrm>
          <a:off x="838200" y="1246505"/>
          <a:ext cx="105156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46787523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7998316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MY" dirty="0"/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Object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4900785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r>
                        <a:rPr lang="en-MY" dirty="0"/>
                        <a:t>Car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Car 1 //proton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094847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Car 2 //</a:t>
                      </a:r>
                      <a:r>
                        <a:rPr lang="en-MY" dirty="0" err="1"/>
                        <a:t>perodua</a:t>
                      </a:r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222072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Car 3 //</a:t>
                      </a:r>
                      <a:r>
                        <a:rPr lang="en-MY" dirty="0" err="1"/>
                        <a:t>bmw</a:t>
                      </a:r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676016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Car 4 //</a:t>
                      </a:r>
                      <a:r>
                        <a:rPr lang="en-MY" dirty="0" err="1"/>
                        <a:t>mercedes</a:t>
                      </a:r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0241041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r>
                        <a:rPr lang="en-MY" dirty="0"/>
                        <a:t>Student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Student 1 //</a:t>
                      </a:r>
                      <a:r>
                        <a:rPr lang="en-MY" dirty="0" err="1"/>
                        <a:t>ali</a:t>
                      </a:r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476779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Student 2 //</a:t>
                      </a:r>
                      <a:r>
                        <a:rPr lang="en-MY" dirty="0" err="1"/>
                        <a:t>chen</a:t>
                      </a:r>
                      <a:r>
                        <a:rPr lang="en-MY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690071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Student 3  //mong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641665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E0981ED-7EAA-B6E8-CB7C-E62EEACF3FB4}"/>
              </a:ext>
            </a:extLst>
          </p:cNvPr>
          <p:cNvSpPr txBox="1"/>
          <p:nvPr/>
        </p:nvSpPr>
        <p:spPr>
          <a:xfrm>
            <a:off x="838200" y="4514924"/>
            <a:ext cx="97355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Segoe UI" panose="020B0502040204020203" pitchFamily="34" charset="0"/>
              </a:rPr>
              <a:t>A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class is a template for objects, and an object is an instance of a class</a:t>
            </a:r>
            <a:endParaRPr lang="en-MY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CBF8E5-8CA5-0935-C9D1-F0EF8117C0A1}"/>
              </a:ext>
            </a:extLst>
          </p:cNvPr>
          <p:cNvSpPr txBox="1"/>
          <p:nvPr/>
        </p:nvSpPr>
        <p:spPr>
          <a:xfrm>
            <a:off x="838200" y="5185956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Inside a </a:t>
            </a:r>
            <a:r>
              <a:rPr lang="en-US" b="1" dirty="0"/>
              <a:t>class</a:t>
            </a:r>
            <a:r>
              <a:rPr lang="en-US" dirty="0"/>
              <a:t>, you can only declare: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Variables (attributes)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Methods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Constructors</a:t>
            </a:r>
          </a:p>
        </p:txBody>
      </p:sp>
    </p:spTree>
    <p:extLst>
      <p:ext uri="{BB962C8B-B14F-4D97-AF65-F5344CB8AC3E}">
        <p14:creationId xmlns:p14="http://schemas.microsoft.com/office/powerpoint/2010/main" val="24088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560BDA-2038-7261-0A7A-EDC3E622EECD}"/>
              </a:ext>
            </a:extLst>
          </p:cNvPr>
          <p:cNvSpPr txBox="1"/>
          <p:nvPr/>
        </p:nvSpPr>
        <p:spPr>
          <a:xfrm>
            <a:off x="538480" y="106412"/>
            <a:ext cx="4307840" cy="6894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1300" dirty="0"/>
              <a:t>public class </a:t>
            </a:r>
            <a:r>
              <a:rPr lang="en-MY" sz="1300" dirty="0" err="1"/>
              <a:t>CarDealership</a:t>
            </a:r>
            <a:r>
              <a:rPr lang="en-MY" sz="1300" dirty="0"/>
              <a:t> {</a:t>
            </a:r>
          </a:p>
          <a:p>
            <a:endParaRPr lang="en-MY" sz="1300" dirty="0"/>
          </a:p>
          <a:p>
            <a:r>
              <a:rPr lang="en-MY" sz="1300" dirty="0"/>
              <a:t>    </a:t>
            </a:r>
          </a:p>
          <a:p>
            <a:r>
              <a:rPr lang="en-MY" sz="1300" dirty="0"/>
              <a:t>    public static void main(String[] args) {</a:t>
            </a:r>
          </a:p>
          <a:p>
            <a:r>
              <a:rPr lang="en-MY" sz="1300" dirty="0"/>
              <a:t>        </a:t>
            </a:r>
          </a:p>
          <a:p>
            <a:r>
              <a:rPr lang="en-MY" sz="1300" dirty="0"/>
              <a:t>        Car car1 = new Car();</a:t>
            </a:r>
          </a:p>
          <a:p>
            <a:r>
              <a:rPr lang="en-MY" sz="1300" dirty="0"/>
              <a:t>        Car car2 = new Car();</a:t>
            </a:r>
          </a:p>
          <a:p>
            <a:r>
              <a:rPr lang="en-MY" sz="1300" dirty="0"/>
              <a:t>        Car car3 = new Car();</a:t>
            </a:r>
          </a:p>
          <a:p>
            <a:r>
              <a:rPr lang="en-MY" sz="1300" dirty="0"/>
              <a:t>        Car car4 = new Car();</a:t>
            </a:r>
          </a:p>
          <a:p>
            <a:r>
              <a:rPr lang="en-MY" sz="1300" dirty="0"/>
              <a:t>        </a:t>
            </a:r>
          </a:p>
          <a:p>
            <a:r>
              <a:rPr lang="en-MY" sz="1300" dirty="0"/>
              <a:t>        car1.brand = "Proton";</a:t>
            </a:r>
          </a:p>
          <a:p>
            <a:r>
              <a:rPr lang="en-MY" sz="1300" dirty="0"/>
              <a:t>        car1.color = "Red";</a:t>
            </a:r>
          </a:p>
          <a:p>
            <a:r>
              <a:rPr lang="en-MY" sz="1300" dirty="0"/>
              <a:t>        car1.type = "sedan";</a:t>
            </a:r>
          </a:p>
          <a:p>
            <a:r>
              <a:rPr lang="en-MY" sz="1300" dirty="0"/>
              <a:t>        </a:t>
            </a:r>
          </a:p>
          <a:p>
            <a:r>
              <a:rPr lang="en-MY" sz="1300" dirty="0"/>
              <a:t>        car2.brand = "</a:t>
            </a:r>
            <a:r>
              <a:rPr lang="en-MY" sz="1300" dirty="0" err="1"/>
              <a:t>Perodua</a:t>
            </a:r>
            <a:r>
              <a:rPr lang="en-MY" sz="1300" dirty="0"/>
              <a:t>";</a:t>
            </a:r>
          </a:p>
          <a:p>
            <a:r>
              <a:rPr lang="en-MY" sz="1300" dirty="0"/>
              <a:t>        car2.color = "Blue";</a:t>
            </a:r>
          </a:p>
          <a:p>
            <a:r>
              <a:rPr lang="en-MY" sz="1300" dirty="0"/>
              <a:t>        car2.type = "sedan";</a:t>
            </a:r>
          </a:p>
          <a:p>
            <a:r>
              <a:rPr lang="en-MY" sz="1300" dirty="0"/>
              <a:t>        </a:t>
            </a:r>
          </a:p>
          <a:p>
            <a:r>
              <a:rPr lang="en-MY" sz="1300" dirty="0"/>
              <a:t>        car3.brand = "BMW";</a:t>
            </a:r>
          </a:p>
          <a:p>
            <a:r>
              <a:rPr lang="en-MY" sz="1300" dirty="0"/>
              <a:t>        car3.color = "Black";</a:t>
            </a:r>
          </a:p>
          <a:p>
            <a:r>
              <a:rPr lang="en-MY" sz="1300" dirty="0"/>
              <a:t>        car3.type = "SUV";</a:t>
            </a:r>
          </a:p>
          <a:p>
            <a:r>
              <a:rPr lang="en-MY" sz="1300" dirty="0"/>
              <a:t>        </a:t>
            </a:r>
          </a:p>
          <a:p>
            <a:r>
              <a:rPr lang="en-MY" sz="1300" dirty="0"/>
              <a:t>        car4.brand = "Mercedes";</a:t>
            </a:r>
          </a:p>
          <a:p>
            <a:r>
              <a:rPr lang="en-MY" sz="1300" dirty="0"/>
              <a:t>        car4.color = "Silver";</a:t>
            </a:r>
          </a:p>
          <a:p>
            <a:r>
              <a:rPr lang="en-MY" sz="1300" dirty="0"/>
              <a:t>        car4.type = "Coupe";</a:t>
            </a:r>
          </a:p>
          <a:p>
            <a:r>
              <a:rPr lang="en-MY" sz="1300" dirty="0"/>
              <a:t>        </a:t>
            </a:r>
          </a:p>
          <a:p>
            <a:r>
              <a:rPr lang="en-MY" sz="1300" dirty="0"/>
              <a:t>        car1.showdetails();</a:t>
            </a:r>
          </a:p>
          <a:p>
            <a:r>
              <a:rPr lang="en-MY" sz="1300" dirty="0"/>
              <a:t>        car2.showdetails();</a:t>
            </a:r>
          </a:p>
          <a:p>
            <a:r>
              <a:rPr lang="en-MY" sz="1300" dirty="0"/>
              <a:t>        car3.showdetails();</a:t>
            </a:r>
          </a:p>
          <a:p>
            <a:r>
              <a:rPr lang="en-MY" sz="1300" dirty="0"/>
              <a:t>        car4.showdetails();</a:t>
            </a:r>
          </a:p>
          <a:p>
            <a:r>
              <a:rPr lang="en-MY" sz="1300" dirty="0"/>
              <a:t>        </a:t>
            </a:r>
          </a:p>
          <a:p>
            <a:r>
              <a:rPr lang="en-MY" sz="1300" dirty="0"/>
              <a:t>    }</a:t>
            </a:r>
          </a:p>
          <a:p>
            <a:r>
              <a:rPr lang="en-MY" sz="1300" dirty="0"/>
              <a:t>    </a:t>
            </a:r>
          </a:p>
          <a:p>
            <a:r>
              <a:rPr lang="en-MY" sz="1300" dirty="0"/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7BC7C9-7F12-94B8-A323-B43E78E1118F}"/>
              </a:ext>
            </a:extLst>
          </p:cNvPr>
          <p:cNvSpPr txBox="1"/>
          <p:nvPr/>
        </p:nvSpPr>
        <p:spPr>
          <a:xfrm>
            <a:off x="5557520" y="1041182"/>
            <a:ext cx="60960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dirty="0"/>
              <a:t>class Car {</a:t>
            </a:r>
          </a:p>
          <a:p>
            <a:r>
              <a:rPr lang="en-MY" dirty="0"/>
              <a:t>    </a:t>
            </a:r>
          </a:p>
          <a:p>
            <a:r>
              <a:rPr lang="en-MY" dirty="0"/>
              <a:t>    String brand;</a:t>
            </a:r>
          </a:p>
          <a:p>
            <a:r>
              <a:rPr lang="en-MY" dirty="0"/>
              <a:t>    String </a:t>
            </a:r>
            <a:r>
              <a:rPr lang="en-MY" dirty="0" err="1"/>
              <a:t>color</a:t>
            </a:r>
            <a:r>
              <a:rPr lang="en-MY" dirty="0"/>
              <a:t>;</a:t>
            </a:r>
          </a:p>
          <a:p>
            <a:r>
              <a:rPr lang="en-MY" dirty="0"/>
              <a:t>    String type;</a:t>
            </a:r>
          </a:p>
          <a:p>
            <a:r>
              <a:rPr lang="en-MY" dirty="0"/>
              <a:t>    </a:t>
            </a:r>
          </a:p>
          <a:p>
            <a:r>
              <a:rPr lang="en-MY" dirty="0"/>
              <a:t>    public void </a:t>
            </a:r>
            <a:r>
              <a:rPr lang="en-MY" dirty="0" err="1"/>
              <a:t>showdetails</a:t>
            </a:r>
            <a:r>
              <a:rPr lang="en-MY" dirty="0"/>
              <a:t>(){</a:t>
            </a:r>
          </a:p>
          <a:p>
            <a:r>
              <a:rPr lang="en-MY" dirty="0"/>
              <a:t>        </a:t>
            </a:r>
            <a:r>
              <a:rPr lang="en-MY" dirty="0" err="1"/>
              <a:t>System.out.println</a:t>
            </a:r>
            <a:r>
              <a:rPr lang="en-MY" dirty="0"/>
              <a:t>("Brand: " + brand);</a:t>
            </a:r>
          </a:p>
          <a:p>
            <a:r>
              <a:rPr lang="en-MY" dirty="0"/>
              <a:t>        </a:t>
            </a:r>
            <a:r>
              <a:rPr lang="en-MY" dirty="0" err="1"/>
              <a:t>System.out.println</a:t>
            </a:r>
            <a:r>
              <a:rPr lang="en-MY" dirty="0"/>
              <a:t>("</a:t>
            </a:r>
            <a:r>
              <a:rPr lang="en-MY" dirty="0" err="1"/>
              <a:t>Color</a:t>
            </a:r>
            <a:r>
              <a:rPr lang="en-MY" dirty="0"/>
              <a:t>: " + </a:t>
            </a:r>
            <a:r>
              <a:rPr lang="en-MY" dirty="0" err="1"/>
              <a:t>color</a:t>
            </a:r>
            <a:r>
              <a:rPr lang="en-MY" dirty="0"/>
              <a:t>);</a:t>
            </a:r>
          </a:p>
          <a:p>
            <a:r>
              <a:rPr lang="en-MY" dirty="0"/>
              <a:t>        </a:t>
            </a:r>
            <a:r>
              <a:rPr lang="en-MY" dirty="0" err="1"/>
              <a:t>System.out.println</a:t>
            </a:r>
            <a:r>
              <a:rPr lang="en-MY" dirty="0"/>
              <a:t>("Vehicle Type: " + type);</a:t>
            </a:r>
          </a:p>
          <a:p>
            <a:r>
              <a:rPr lang="en-MY" dirty="0"/>
              <a:t>        </a:t>
            </a:r>
            <a:r>
              <a:rPr lang="en-MY" dirty="0" err="1"/>
              <a:t>System.out.println</a:t>
            </a:r>
            <a:r>
              <a:rPr lang="en-MY" dirty="0"/>
              <a:t>();</a:t>
            </a:r>
          </a:p>
          <a:p>
            <a:r>
              <a:rPr lang="en-MY" dirty="0"/>
              <a:t>    }</a:t>
            </a:r>
          </a:p>
          <a:p>
            <a:r>
              <a:rPr lang="en-MY" dirty="0"/>
              <a:t>    </a:t>
            </a:r>
          </a:p>
          <a:p>
            <a:r>
              <a:rPr lang="en-MY" dirty="0"/>
              <a:t>   </a:t>
            </a:r>
          </a:p>
          <a:p>
            <a:r>
              <a:rPr lang="en-MY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820473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F20F3-5ABE-91B5-7EF0-293A49E9F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65088E7-E06D-5A75-BDED-E5CE5AA74801}"/>
              </a:ext>
            </a:extLst>
          </p:cNvPr>
          <p:cNvSpPr txBox="1"/>
          <p:nvPr/>
        </p:nvSpPr>
        <p:spPr>
          <a:xfrm>
            <a:off x="538480" y="106412"/>
            <a:ext cx="4307840" cy="609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1300" dirty="0"/>
              <a:t>public class University {</a:t>
            </a:r>
          </a:p>
          <a:p>
            <a:endParaRPr lang="en-MY" sz="1300" dirty="0"/>
          </a:p>
          <a:p>
            <a:r>
              <a:rPr lang="en-MY" sz="1300" dirty="0"/>
              <a:t>    </a:t>
            </a:r>
          </a:p>
          <a:p>
            <a:r>
              <a:rPr lang="en-MY" sz="1300" dirty="0"/>
              <a:t>    public static void main(String[] args) {</a:t>
            </a:r>
          </a:p>
          <a:p>
            <a:r>
              <a:rPr lang="en-MY" sz="1300" dirty="0"/>
              <a:t>        </a:t>
            </a:r>
          </a:p>
          <a:p>
            <a:r>
              <a:rPr lang="en-MY" sz="1300" dirty="0"/>
              <a:t>        Student student1 = new Student();</a:t>
            </a:r>
          </a:p>
          <a:p>
            <a:r>
              <a:rPr lang="en-MY" sz="1300" dirty="0"/>
              <a:t>        Student student2 = new Student(); </a:t>
            </a:r>
          </a:p>
          <a:p>
            <a:r>
              <a:rPr lang="en-MY" sz="1300" dirty="0"/>
              <a:t>        Student student3 = new Student();</a:t>
            </a:r>
          </a:p>
          <a:p>
            <a:r>
              <a:rPr lang="en-MY" sz="1300" dirty="0"/>
              <a:t>              </a:t>
            </a:r>
          </a:p>
          <a:p>
            <a:r>
              <a:rPr lang="en-MY" sz="1300" dirty="0"/>
              <a:t>        student1.name = “Gurmit";</a:t>
            </a:r>
          </a:p>
          <a:p>
            <a:r>
              <a:rPr lang="en-MY" sz="1300" dirty="0"/>
              <a:t>        student1.matric = 303766;</a:t>
            </a:r>
          </a:p>
          <a:p>
            <a:r>
              <a:rPr lang="en-MY" sz="1300" dirty="0"/>
              <a:t>        student1.age = 22;</a:t>
            </a:r>
          </a:p>
          <a:p>
            <a:r>
              <a:rPr lang="en-MY" sz="1300" dirty="0"/>
              <a:t>        </a:t>
            </a:r>
          </a:p>
          <a:p>
            <a:r>
              <a:rPr lang="en-MY" sz="1300" dirty="0"/>
              <a:t>        student2.name = “Ali";</a:t>
            </a:r>
          </a:p>
          <a:p>
            <a:r>
              <a:rPr lang="en-MY" sz="1300" dirty="0"/>
              <a:t>        student2.matric = 1234;</a:t>
            </a:r>
          </a:p>
          <a:p>
            <a:r>
              <a:rPr lang="en-MY" sz="1300" dirty="0"/>
              <a:t>        student2.age = 21;</a:t>
            </a:r>
          </a:p>
          <a:p>
            <a:r>
              <a:rPr lang="en-MY" sz="1300" dirty="0"/>
              <a:t>        </a:t>
            </a:r>
          </a:p>
          <a:p>
            <a:r>
              <a:rPr lang="en-MY" sz="1300" dirty="0"/>
              <a:t>        student3.name = “Chen";</a:t>
            </a:r>
          </a:p>
          <a:p>
            <a:r>
              <a:rPr lang="en-MY" sz="1300" dirty="0"/>
              <a:t>        student3.matric = 5678;</a:t>
            </a:r>
          </a:p>
          <a:p>
            <a:r>
              <a:rPr lang="en-MY" sz="1300" dirty="0"/>
              <a:t>        student3.age = 23;</a:t>
            </a:r>
          </a:p>
          <a:p>
            <a:r>
              <a:rPr lang="en-MY" sz="1300" dirty="0"/>
              <a:t>                </a:t>
            </a:r>
          </a:p>
          <a:p>
            <a:r>
              <a:rPr lang="en-MY" sz="1300" dirty="0"/>
              <a:t>        student1.showdetails();</a:t>
            </a:r>
          </a:p>
          <a:p>
            <a:r>
              <a:rPr lang="en-MY" sz="1300" dirty="0"/>
              <a:t>        student2.showdetails();</a:t>
            </a:r>
          </a:p>
          <a:p>
            <a:r>
              <a:rPr lang="en-MY" sz="1300" dirty="0"/>
              <a:t>        student3.showdetails();</a:t>
            </a:r>
          </a:p>
          <a:p>
            <a:r>
              <a:rPr lang="en-MY" sz="1300" dirty="0"/>
              <a:t>        </a:t>
            </a:r>
          </a:p>
          <a:p>
            <a:r>
              <a:rPr lang="en-MY" sz="1300" dirty="0"/>
              <a:t>        </a:t>
            </a:r>
          </a:p>
          <a:p>
            <a:r>
              <a:rPr lang="en-MY" sz="1300" dirty="0"/>
              <a:t>    }</a:t>
            </a:r>
          </a:p>
          <a:p>
            <a:r>
              <a:rPr lang="en-MY" sz="1300" dirty="0"/>
              <a:t>    </a:t>
            </a:r>
          </a:p>
          <a:p>
            <a:r>
              <a:rPr lang="en-MY" sz="1300" dirty="0"/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D694E-24A6-543F-660A-7C46FD07AE1C}"/>
              </a:ext>
            </a:extLst>
          </p:cNvPr>
          <p:cNvSpPr txBox="1"/>
          <p:nvPr/>
        </p:nvSpPr>
        <p:spPr>
          <a:xfrm>
            <a:off x="5557520" y="1041182"/>
            <a:ext cx="60960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dirty="0"/>
              <a:t>class Student {</a:t>
            </a:r>
          </a:p>
          <a:p>
            <a:r>
              <a:rPr lang="en-MY" dirty="0"/>
              <a:t>    </a:t>
            </a:r>
          </a:p>
          <a:p>
            <a:r>
              <a:rPr lang="en-MY" dirty="0"/>
              <a:t>    String name;</a:t>
            </a:r>
          </a:p>
          <a:p>
            <a:r>
              <a:rPr lang="en-MY" dirty="0"/>
              <a:t>    int matric;</a:t>
            </a:r>
          </a:p>
          <a:p>
            <a:r>
              <a:rPr lang="en-MY" dirty="0"/>
              <a:t>    int age;</a:t>
            </a:r>
          </a:p>
          <a:p>
            <a:r>
              <a:rPr lang="en-MY" dirty="0"/>
              <a:t>    </a:t>
            </a:r>
          </a:p>
          <a:p>
            <a:r>
              <a:rPr lang="en-MY" dirty="0"/>
              <a:t>    public void </a:t>
            </a:r>
            <a:r>
              <a:rPr lang="en-MY" dirty="0" err="1"/>
              <a:t>showdetails</a:t>
            </a:r>
            <a:r>
              <a:rPr lang="en-MY" dirty="0"/>
              <a:t>(){</a:t>
            </a:r>
          </a:p>
          <a:p>
            <a:r>
              <a:rPr lang="en-MY" dirty="0"/>
              <a:t>        </a:t>
            </a:r>
            <a:r>
              <a:rPr lang="en-MY" dirty="0" err="1"/>
              <a:t>System.out.println</a:t>
            </a:r>
            <a:r>
              <a:rPr lang="en-MY" dirty="0"/>
              <a:t>(“Name: " + name);</a:t>
            </a:r>
          </a:p>
          <a:p>
            <a:r>
              <a:rPr lang="en-MY" dirty="0"/>
              <a:t>        </a:t>
            </a:r>
            <a:r>
              <a:rPr lang="en-MY" dirty="0" err="1"/>
              <a:t>System.out.println</a:t>
            </a:r>
            <a:r>
              <a:rPr lang="en-MY" dirty="0"/>
              <a:t>(“Matric: " + matric);</a:t>
            </a:r>
          </a:p>
          <a:p>
            <a:r>
              <a:rPr lang="en-MY" dirty="0"/>
              <a:t>        </a:t>
            </a:r>
            <a:r>
              <a:rPr lang="en-MY" dirty="0" err="1"/>
              <a:t>System.out.println</a:t>
            </a:r>
            <a:r>
              <a:rPr lang="en-MY" dirty="0"/>
              <a:t>(“Age: " + age);</a:t>
            </a:r>
          </a:p>
          <a:p>
            <a:r>
              <a:rPr lang="en-MY" dirty="0"/>
              <a:t>        </a:t>
            </a:r>
            <a:r>
              <a:rPr lang="en-MY" dirty="0" err="1"/>
              <a:t>System.out.println</a:t>
            </a:r>
            <a:r>
              <a:rPr lang="en-MY" dirty="0"/>
              <a:t>();</a:t>
            </a:r>
          </a:p>
          <a:p>
            <a:r>
              <a:rPr lang="en-MY" dirty="0"/>
              <a:t>    }</a:t>
            </a:r>
          </a:p>
          <a:p>
            <a:r>
              <a:rPr lang="en-MY" dirty="0"/>
              <a:t>    </a:t>
            </a:r>
          </a:p>
          <a:p>
            <a:r>
              <a:rPr lang="en-MY" dirty="0"/>
              <a:t>   </a:t>
            </a:r>
          </a:p>
          <a:p>
            <a:r>
              <a:rPr lang="en-MY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148123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614D7-F71F-177C-C9CF-78C48D049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Object Oriented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8013A7-ECCD-27E7-AE48-77CAD6A893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Y"/>
          </a:p>
        </p:txBody>
      </p:sp>
      <p:pic>
        <p:nvPicPr>
          <p:cNvPr id="1026" name="Picture 2" descr="Object-Oriented Programming (OOP) — In Java | by Syed Fawzul Azim | Medium">
            <a:extLst>
              <a:ext uri="{FF2B5EF4-FFF2-40B4-BE49-F238E27FC236}">
                <a16:creationId xmlns:a16="http://schemas.microsoft.com/office/drawing/2014/main" id="{71287C40-64CF-ADCA-8556-3CD9510F5D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0" y="1825625"/>
            <a:ext cx="5715000" cy="403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32750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632</Words>
  <Application>Microsoft Office PowerPoint</Application>
  <PresentationFormat>Widescreen</PresentationFormat>
  <Paragraphs>122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Segoe UI</vt:lpstr>
      <vt:lpstr>Office Theme</vt:lpstr>
      <vt:lpstr>Introduction to OOP</vt:lpstr>
      <vt:lpstr>Introduction to OOP</vt:lpstr>
      <vt:lpstr>Why OOP?</vt:lpstr>
      <vt:lpstr>What are Classes and Objects?</vt:lpstr>
      <vt:lpstr>PowerPoint Presentation</vt:lpstr>
      <vt:lpstr>PowerPoint Presentation</vt:lpstr>
      <vt:lpstr>Object Oriented Design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Gurmit Singh A/l Gurnam Singh</dc:creator>
  <cp:lastModifiedBy>Gurmit Singh A/l Gurnam Singh</cp:lastModifiedBy>
  <cp:revision>7</cp:revision>
  <dcterms:created xsi:type="dcterms:W3CDTF">2026-03-23T05:16:29Z</dcterms:created>
  <dcterms:modified xsi:type="dcterms:W3CDTF">2026-04-17T06:35:39Z</dcterms:modified>
</cp:coreProperties>
</file>